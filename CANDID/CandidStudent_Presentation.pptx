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CandidStudent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Verified Student Academic and Technical Portfolio System</a:t>
            </a:r>
          </a:p>
          <a:p>
            <a:r>
              <a:t>Muzaffar Abdukadirov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Universities store only grades and attendance</a:t>
            </a:r>
          </a:p>
          <a:p>
            <a:pPr/>
            <a:r>
              <a:t>No centralized student technical portfolio</a:t>
            </a:r>
          </a:p>
          <a:p>
            <a:pPr/>
            <a:r>
              <a:t>Employers cannot easily evaluate student skills</a:t>
            </a:r>
          </a:p>
          <a:p>
            <a:pPr/>
            <a:r>
              <a:t>Student technical growth is not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centralized student portfolio platform</a:t>
            </a:r>
          </a:p>
          <a:p>
            <a:pPr/>
            <a:r>
              <a:t>Store verified student projects and skills</a:t>
            </a:r>
          </a:p>
          <a:p>
            <a:pPr/>
            <a:r>
              <a:t>Integrate GitHub to showcase real projects</a:t>
            </a:r>
          </a:p>
          <a:p>
            <a:pPr/>
            <a:r>
              <a:t>Allow university-based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Students</a:t>
            </a:r>
          </a:p>
          <a:p>
            <a:pPr/>
            <a:r>
              <a:t>Teachers</a:t>
            </a:r>
          </a:p>
          <a:p>
            <a:pPr/>
            <a:r>
              <a:t>University Administrators</a:t>
            </a:r>
          </a:p>
          <a:p>
            <a:pPr/>
            <a:r>
              <a:t>Platform Super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profile</a:t>
            </a:r>
          </a:p>
          <a:p>
            <a:pPr/>
            <a:r>
              <a:t>Add skills and projects</a:t>
            </a:r>
          </a:p>
          <a:p>
            <a:pPr/>
            <a:r>
              <a:t>Connect GitHub account</a:t>
            </a:r>
          </a:p>
          <a:p>
            <a:pPr/>
            <a:r>
              <a:t>Request project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and 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Review student projects</a:t>
            </a:r>
          </a:p>
          <a:p>
            <a:pPr/>
            <a:r>
              <a:t>Approve or reject verification requests</a:t>
            </a:r>
          </a:p>
          <a:p>
            <a:pPr/>
            <a:r>
              <a:t>Manage university student records</a:t>
            </a:r>
          </a:p>
          <a:p>
            <a:pPr/>
            <a:r>
              <a:t>Ensure authenticity of student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Verification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Students mark projects as university projects</a:t>
            </a:r>
          </a:p>
          <a:p>
            <a:pPr/>
            <a:r>
              <a:t>Teacher reviews verification request</a:t>
            </a:r>
          </a:p>
          <a:p>
            <a:pPr/>
            <a:r>
              <a:t>Verified projects receive official badge</a:t>
            </a:r>
          </a:p>
          <a:p>
            <a:pPr/>
            <a:r>
              <a:t>Ensures trust and authenticity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Students connect GitHub account</a:t>
            </a:r>
          </a:p>
          <a:p>
            <a:pPr/>
            <a:r>
              <a:t>Repositories automatically imported</a:t>
            </a:r>
          </a:p>
          <a:p>
            <a:pPr/>
            <a:r>
              <a:t>Display programming languages used</a:t>
            </a:r>
          </a:p>
          <a:p>
            <a:pPr/>
            <a:r>
              <a:t>Show real development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React + TypeScript</a:t>
            </a:r>
          </a:p>
          <a:p>
            <a:pPr/>
            <a:r>
              <a:t>Backend: NestJS</a:t>
            </a:r>
          </a:p>
          <a:p>
            <a:pPr/>
            <a:r>
              <a:t>Database: PostgreSQL</a:t>
            </a:r>
          </a:p>
          <a:p>
            <a:pPr/>
            <a:r>
              <a:t>Authentication: JWT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Users table</a:t>
            </a:r>
          </a:p>
          <a:p>
            <a:pPr/>
            <a:r>
              <a:t>Universities table</a:t>
            </a:r>
          </a:p>
          <a:p>
            <a:pPr/>
            <a:r>
              <a:t>Projects table</a:t>
            </a:r>
          </a:p>
          <a:p>
            <a:pPr/>
            <a:r>
              <a:t>Verification requests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Role-based access control</a:t>
            </a:r>
          </a:p>
          <a:p>
            <a:pPr/>
            <a:r>
              <a:t>Secure authentication</a:t>
            </a:r>
          </a:p>
          <a:p>
            <a:pPr/>
            <a:r>
              <a:t>University-based verification</a:t>
            </a:r>
          </a:p>
          <a:p>
            <a:pPr/>
            <a:r>
              <a:t>Protected API endpoints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Track student technical progress</a:t>
            </a:r>
          </a:p>
          <a:p>
            <a:pPr/>
            <a:r>
              <a:t>Improve university reputation</a:t>
            </a:r>
          </a:p>
          <a:p>
            <a:pPr/>
            <a:r>
              <a:t>Provide verified student portfolio</a:t>
            </a:r>
          </a:p>
          <a:p>
            <a:pPr/>
            <a:r>
              <a:t>Help students find employment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skill analysis</a:t>
            </a:r>
          </a:p>
          <a:p>
            <a:pPr/>
            <a:r>
              <a:t>Recruiter access</a:t>
            </a:r>
          </a:p>
          <a:p>
            <a:pPr/>
            <a:r>
              <a:t>Student ranking system</a:t>
            </a:r>
          </a:p>
          <a:p>
            <a:pPr/>
            <a:r>
              <a:t>National student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CandidStudent bridges gap between education and industry</a:t>
            </a:r>
          </a:p>
          <a:p>
            <a:pPr/>
            <a:r>
              <a:t>Provides verified student technical identity</a:t>
            </a:r>
          </a:p>
          <a:p>
            <a:pPr/>
            <a:r>
              <a:t>Improves student career opportunities</a:t>
            </a:r>
          </a:p>
          <a:p>
            <a:pPr/>
            <a:r>
              <a:t>Supports university digital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